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94B2C3-BF01-4674-887D-59A87E1BA42F}" type="doc">
      <dgm:prSet loTypeId="urn:microsoft.com/office/officeart/2005/8/layout/l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1BA9D8B0-D0AF-4988-9599-5385185CD001}">
      <dgm:prSet phldrT="[Text]"/>
      <dgm:spPr/>
      <dgm:t>
        <a:bodyPr/>
        <a:lstStyle/>
        <a:p>
          <a:r>
            <a:rPr lang="en-US" b="1" u="sng" dirty="0"/>
            <a:t>Image capture</a:t>
          </a:r>
          <a:endParaRPr lang="en-IN" b="1" u="sng" dirty="0"/>
        </a:p>
      </dgm:t>
    </dgm:pt>
    <dgm:pt modelId="{66BDCF8D-966F-4955-9A24-E6E77D0E1E25}" type="parTrans" cxnId="{0679F02A-976B-4D23-B258-234E5A5169B6}">
      <dgm:prSet/>
      <dgm:spPr/>
      <dgm:t>
        <a:bodyPr/>
        <a:lstStyle/>
        <a:p>
          <a:endParaRPr lang="en-IN"/>
        </a:p>
      </dgm:t>
    </dgm:pt>
    <dgm:pt modelId="{DF0DAA7C-5349-4DF3-8C64-29E17238E838}" type="sibTrans" cxnId="{0679F02A-976B-4D23-B258-234E5A5169B6}">
      <dgm:prSet/>
      <dgm:spPr/>
      <dgm:t>
        <a:bodyPr/>
        <a:lstStyle/>
        <a:p>
          <a:endParaRPr lang="en-IN"/>
        </a:p>
      </dgm:t>
    </dgm:pt>
    <dgm:pt modelId="{98B49DB4-3D77-4C3D-B8F8-D287EB80044D}">
      <dgm:prSet phldrT="[Text]" custT="1"/>
      <dgm:spPr/>
      <dgm:t>
        <a:bodyPr/>
        <a:lstStyle/>
        <a:p>
          <a:r>
            <a:rPr lang="en-US" sz="2400" dirty="0"/>
            <a:t>Webcam</a:t>
          </a:r>
          <a:endParaRPr lang="en-IN" sz="2400" dirty="0"/>
        </a:p>
      </dgm:t>
    </dgm:pt>
    <dgm:pt modelId="{A43B2F28-30C2-4542-9581-298F79075054}" type="parTrans" cxnId="{C4B0D882-74ED-4F65-A94E-D63A015AFC97}">
      <dgm:prSet/>
      <dgm:spPr/>
      <dgm:t>
        <a:bodyPr/>
        <a:lstStyle/>
        <a:p>
          <a:endParaRPr lang="en-IN"/>
        </a:p>
      </dgm:t>
    </dgm:pt>
    <dgm:pt modelId="{4785CCD6-4680-4728-BEEB-16DE145C2521}" type="sibTrans" cxnId="{C4B0D882-74ED-4F65-A94E-D63A015AFC97}">
      <dgm:prSet/>
      <dgm:spPr/>
      <dgm:t>
        <a:bodyPr/>
        <a:lstStyle/>
        <a:p>
          <a:endParaRPr lang="en-IN"/>
        </a:p>
      </dgm:t>
    </dgm:pt>
    <dgm:pt modelId="{BEABFD61-1093-40E0-8D38-8762F22C1A26}">
      <dgm:prSet phldrT="[Text]" custT="1"/>
      <dgm:spPr/>
      <dgm:t>
        <a:bodyPr/>
        <a:lstStyle/>
        <a:p>
          <a:r>
            <a:rPr lang="en-US" sz="2400" dirty="0"/>
            <a:t>OpenCV</a:t>
          </a:r>
          <a:endParaRPr lang="en-IN" sz="2400" dirty="0"/>
        </a:p>
      </dgm:t>
    </dgm:pt>
    <dgm:pt modelId="{9A38F999-D093-46D6-9268-D7CDB9222E06}" type="parTrans" cxnId="{9A0A3C63-FCE4-47BA-B953-BEBB67DFA4B3}">
      <dgm:prSet/>
      <dgm:spPr/>
      <dgm:t>
        <a:bodyPr/>
        <a:lstStyle/>
        <a:p>
          <a:endParaRPr lang="en-IN"/>
        </a:p>
      </dgm:t>
    </dgm:pt>
    <dgm:pt modelId="{D0AF4B45-7793-480F-A9EE-01B7EBDAA046}" type="sibTrans" cxnId="{9A0A3C63-FCE4-47BA-B953-BEBB67DFA4B3}">
      <dgm:prSet/>
      <dgm:spPr/>
      <dgm:t>
        <a:bodyPr/>
        <a:lstStyle/>
        <a:p>
          <a:endParaRPr lang="en-IN"/>
        </a:p>
      </dgm:t>
    </dgm:pt>
    <dgm:pt modelId="{37A48E4A-3350-42E1-98A6-0989F7993CD2}">
      <dgm:prSet phldrT="[Text]"/>
      <dgm:spPr/>
      <dgm:t>
        <a:bodyPr/>
        <a:lstStyle/>
        <a:p>
          <a:r>
            <a:rPr lang="en-US" b="1" u="sng" dirty="0"/>
            <a:t>Face Detection</a:t>
          </a:r>
          <a:endParaRPr lang="en-IN" b="1" u="sng" dirty="0"/>
        </a:p>
      </dgm:t>
    </dgm:pt>
    <dgm:pt modelId="{75AF2B4B-D3E0-4FB4-B074-F36383836726}" type="parTrans" cxnId="{DD7C375D-24F0-48B9-AB81-17C154888131}">
      <dgm:prSet/>
      <dgm:spPr/>
      <dgm:t>
        <a:bodyPr/>
        <a:lstStyle/>
        <a:p>
          <a:endParaRPr lang="en-IN"/>
        </a:p>
      </dgm:t>
    </dgm:pt>
    <dgm:pt modelId="{C03754F3-C0DC-4E91-BB9B-AEC4E8F625B0}" type="sibTrans" cxnId="{DD7C375D-24F0-48B9-AB81-17C154888131}">
      <dgm:prSet/>
      <dgm:spPr/>
      <dgm:t>
        <a:bodyPr/>
        <a:lstStyle/>
        <a:p>
          <a:endParaRPr lang="en-IN"/>
        </a:p>
      </dgm:t>
    </dgm:pt>
    <dgm:pt modelId="{22DDD177-DCF2-4AF6-A5C2-2E324986D084}">
      <dgm:prSet phldrT="[Text]" custT="1"/>
      <dgm:spPr/>
      <dgm:t>
        <a:bodyPr/>
        <a:lstStyle/>
        <a:p>
          <a:r>
            <a:rPr lang="en-US" sz="2400" dirty="0"/>
            <a:t>OpenCV</a:t>
          </a:r>
          <a:endParaRPr lang="en-IN" sz="2400" dirty="0"/>
        </a:p>
      </dgm:t>
    </dgm:pt>
    <dgm:pt modelId="{2C64F18F-2504-487F-9628-EB7D49219193}" type="parTrans" cxnId="{081F1AE3-1C1B-4F48-A309-779A6BE1A2A2}">
      <dgm:prSet/>
      <dgm:spPr/>
      <dgm:t>
        <a:bodyPr/>
        <a:lstStyle/>
        <a:p>
          <a:endParaRPr lang="en-IN"/>
        </a:p>
      </dgm:t>
    </dgm:pt>
    <dgm:pt modelId="{AB2CCD67-AD6E-4F58-8DCB-647CB9EB155B}" type="sibTrans" cxnId="{081F1AE3-1C1B-4F48-A309-779A6BE1A2A2}">
      <dgm:prSet/>
      <dgm:spPr/>
      <dgm:t>
        <a:bodyPr/>
        <a:lstStyle/>
        <a:p>
          <a:endParaRPr lang="en-IN"/>
        </a:p>
      </dgm:t>
    </dgm:pt>
    <dgm:pt modelId="{C640001C-911A-4CD8-9B38-A3FA241612F3}">
      <dgm:prSet phldrT="[Text]" custT="1"/>
      <dgm:spPr/>
      <dgm:t>
        <a:bodyPr/>
        <a:lstStyle/>
        <a:p>
          <a:r>
            <a:rPr lang="en-US" sz="2400" dirty="0"/>
            <a:t>Face Recognition</a:t>
          </a:r>
          <a:endParaRPr lang="en-IN" sz="2400" dirty="0"/>
        </a:p>
      </dgm:t>
    </dgm:pt>
    <dgm:pt modelId="{465A719D-1031-4B25-8228-87F4F12C0DEB}" type="parTrans" cxnId="{A4D724C7-6963-48D0-94B9-564680C27502}">
      <dgm:prSet/>
      <dgm:spPr/>
      <dgm:t>
        <a:bodyPr/>
        <a:lstStyle/>
        <a:p>
          <a:endParaRPr lang="en-IN"/>
        </a:p>
      </dgm:t>
    </dgm:pt>
    <dgm:pt modelId="{76A7D431-E0AE-4E17-B4A6-285368F9EC9D}" type="sibTrans" cxnId="{A4D724C7-6963-48D0-94B9-564680C27502}">
      <dgm:prSet/>
      <dgm:spPr/>
      <dgm:t>
        <a:bodyPr/>
        <a:lstStyle/>
        <a:p>
          <a:endParaRPr lang="en-IN"/>
        </a:p>
      </dgm:t>
    </dgm:pt>
    <dgm:pt modelId="{55C76BB6-DE1C-4A89-B9C6-79340CE01F8C}">
      <dgm:prSet phldrT="[Text]"/>
      <dgm:spPr/>
      <dgm:t>
        <a:bodyPr/>
        <a:lstStyle/>
        <a:p>
          <a:r>
            <a:rPr lang="en-US" b="1" u="sng" dirty="0"/>
            <a:t>Face Encoding</a:t>
          </a:r>
          <a:endParaRPr lang="en-IN" b="1" u="sng" dirty="0"/>
        </a:p>
      </dgm:t>
    </dgm:pt>
    <dgm:pt modelId="{BB60311B-3072-413A-B749-70A14E8F218A}" type="parTrans" cxnId="{B0870C14-F351-4BBC-B352-754CD87398BB}">
      <dgm:prSet/>
      <dgm:spPr/>
      <dgm:t>
        <a:bodyPr/>
        <a:lstStyle/>
        <a:p>
          <a:endParaRPr lang="en-IN"/>
        </a:p>
      </dgm:t>
    </dgm:pt>
    <dgm:pt modelId="{1EA73894-DFF0-4825-95B4-D4165E71547B}" type="sibTrans" cxnId="{B0870C14-F351-4BBC-B352-754CD87398BB}">
      <dgm:prSet/>
      <dgm:spPr/>
      <dgm:t>
        <a:bodyPr/>
        <a:lstStyle/>
        <a:p>
          <a:endParaRPr lang="en-IN"/>
        </a:p>
      </dgm:t>
    </dgm:pt>
    <dgm:pt modelId="{D6A9C8BA-55FB-4EC3-BA13-F7D5F99E36B8}">
      <dgm:prSet phldrT="[Text]" custT="1"/>
      <dgm:spPr/>
      <dgm:t>
        <a:bodyPr/>
        <a:lstStyle/>
        <a:p>
          <a:r>
            <a:rPr lang="en-US" sz="2300" dirty="0" err="1"/>
            <a:t>face_recognition</a:t>
          </a:r>
          <a:endParaRPr lang="en-IN" sz="2300" dirty="0"/>
        </a:p>
      </dgm:t>
    </dgm:pt>
    <dgm:pt modelId="{05CF122C-533B-4B41-8732-6C3B70B40278}" type="parTrans" cxnId="{D558FAD7-A799-4BC4-BC16-5C0095C89D6D}">
      <dgm:prSet/>
      <dgm:spPr/>
      <dgm:t>
        <a:bodyPr/>
        <a:lstStyle/>
        <a:p>
          <a:endParaRPr lang="en-IN"/>
        </a:p>
      </dgm:t>
    </dgm:pt>
    <dgm:pt modelId="{89C02F88-C9E4-4A06-9CC4-781E6F7066F9}" type="sibTrans" cxnId="{D558FAD7-A799-4BC4-BC16-5C0095C89D6D}">
      <dgm:prSet/>
      <dgm:spPr/>
      <dgm:t>
        <a:bodyPr/>
        <a:lstStyle/>
        <a:p>
          <a:endParaRPr lang="en-IN"/>
        </a:p>
      </dgm:t>
    </dgm:pt>
    <dgm:pt modelId="{41C5F266-51C7-4AE9-93B6-CAEE5B15B465}">
      <dgm:prSet/>
      <dgm:spPr/>
      <dgm:t>
        <a:bodyPr/>
        <a:lstStyle/>
        <a:p>
          <a:r>
            <a:rPr lang="en-US" dirty="0" err="1"/>
            <a:t>face_recognition</a:t>
          </a:r>
          <a:endParaRPr lang="en-IN" dirty="0"/>
        </a:p>
      </dgm:t>
    </dgm:pt>
    <dgm:pt modelId="{01646C54-BCD6-45FF-86BF-6FE27781813C}" type="parTrans" cxnId="{A1758CAC-DDA3-4905-87DC-9B7DFF42BBC3}">
      <dgm:prSet/>
      <dgm:spPr/>
      <dgm:t>
        <a:bodyPr/>
        <a:lstStyle/>
        <a:p>
          <a:endParaRPr lang="en-IN"/>
        </a:p>
      </dgm:t>
    </dgm:pt>
    <dgm:pt modelId="{7B968C9E-F31C-4EDC-AE0D-A75F36F93124}" type="sibTrans" cxnId="{A1758CAC-DDA3-4905-87DC-9B7DFF42BBC3}">
      <dgm:prSet/>
      <dgm:spPr/>
      <dgm:t>
        <a:bodyPr/>
        <a:lstStyle/>
        <a:p>
          <a:endParaRPr lang="en-IN"/>
        </a:p>
      </dgm:t>
    </dgm:pt>
    <dgm:pt modelId="{FFFBCE66-68B1-4E08-85A8-0E33C4FF7B2C}">
      <dgm:prSet/>
      <dgm:spPr/>
      <dgm:t>
        <a:bodyPr/>
        <a:lstStyle/>
        <a:p>
          <a:r>
            <a:rPr lang="en-US" b="1" u="sng" dirty="0"/>
            <a:t>Display</a:t>
          </a:r>
          <a:endParaRPr lang="en-IN" b="1" u="sng" dirty="0"/>
        </a:p>
      </dgm:t>
    </dgm:pt>
    <dgm:pt modelId="{CD31D96B-91C9-481C-A1CA-08A02FB2AE96}" type="parTrans" cxnId="{88EC465B-0664-4807-B396-4730A099057A}">
      <dgm:prSet/>
      <dgm:spPr/>
      <dgm:t>
        <a:bodyPr/>
        <a:lstStyle/>
        <a:p>
          <a:endParaRPr lang="en-IN"/>
        </a:p>
      </dgm:t>
    </dgm:pt>
    <dgm:pt modelId="{BAA44153-1C65-4BE5-8CAF-ADC2CC014042}" type="sibTrans" cxnId="{88EC465B-0664-4807-B396-4730A099057A}">
      <dgm:prSet/>
      <dgm:spPr/>
      <dgm:t>
        <a:bodyPr/>
        <a:lstStyle/>
        <a:p>
          <a:endParaRPr lang="en-IN"/>
        </a:p>
      </dgm:t>
    </dgm:pt>
    <dgm:pt modelId="{905D0420-18BF-4481-8B0B-66031D642C2F}">
      <dgm:prSet/>
      <dgm:spPr/>
      <dgm:t>
        <a:bodyPr/>
        <a:lstStyle/>
        <a:p>
          <a:r>
            <a:rPr lang="en-US" b="1" u="sng" dirty="0"/>
            <a:t>Matching</a:t>
          </a:r>
          <a:endParaRPr lang="en-IN" b="1" u="sng" dirty="0"/>
        </a:p>
      </dgm:t>
    </dgm:pt>
    <dgm:pt modelId="{878B6B43-568A-4425-AD14-9F9ABA7518C1}" type="parTrans" cxnId="{5DF968DD-EB90-4DC6-9162-CF75EEE2B981}">
      <dgm:prSet/>
      <dgm:spPr/>
      <dgm:t>
        <a:bodyPr/>
        <a:lstStyle/>
        <a:p>
          <a:endParaRPr lang="en-IN"/>
        </a:p>
      </dgm:t>
    </dgm:pt>
    <dgm:pt modelId="{5FD0F991-770C-45A9-9D32-1FA58DD86835}" type="sibTrans" cxnId="{5DF968DD-EB90-4DC6-9162-CF75EEE2B981}">
      <dgm:prSet/>
      <dgm:spPr/>
      <dgm:t>
        <a:bodyPr/>
        <a:lstStyle/>
        <a:p>
          <a:endParaRPr lang="en-IN"/>
        </a:p>
      </dgm:t>
    </dgm:pt>
    <dgm:pt modelId="{0E2C1A9F-06C2-420D-AC46-6B57C4A2E7BA}">
      <dgm:prSet/>
      <dgm:spPr/>
      <dgm:t>
        <a:bodyPr/>
        <a:lstStyle/>
        <a:p>
          <a:r>
            <a:rPr lang="en-US" dirty="0" err="1"/>
            <a:t>Tkinter</a:t>
          </a:r>
          <a:r>
            <a:rPr lang="en-US" dirty="0"/>
            <a:t> GUI</a:t>
          </a:r>
          <a:endParaRPr lang="en-IN" dirty="0"/>
        </a:p>
      </dgm:t>
    </dgm:pt>
    <dgm:pt modelId="{B0DC71A1-018A-46B5-8A4C-2CACDD589748}" type="parTrans" cxnId="{7EF82FA6-1F8E-45FD-A976-5421CDD33A7C}">
      <dgm:prSet/>
      <dgm:spPr/>
      <dgm:t>
        <a:bodyPr/>
        <a:lstStyle/>
        <a:p>
          <a:endParaRPr lang="en-IN"/>
        </a:p>
      </dgm:t>
    </dgm:pt>
    <dgm:pt modelId="{1564EF93-28F0-4A27-AB10-1F8D111A0F9B}" type="sibTrans" cxnId="{7EF82FA6-1F8E-45FD-A976-5421CDD33A7C}">
      <dgm:prSet/>
      <dgm:spPr/>
      <dgm:t>
        <a:bodyPr/>
        <a:lstStyle/>
        <a:p>
          <a:endParaRPr lang="en-IN"/>
        </a:p>
      </dgm:t>
    </dgm:pt>
    <dgm:pt modelId="{29772436-9373-436F-A9EC-3CB402B1EBD6}" type="pres">
      <dgm:prSet presAssocID="{EB94B2C3-BF01-4674-887D-59A87E1BA42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28EFEB2-9040-4621-9FAC-B3A417A0F9D3}" type="pres">
      <dgm:prSet presAssocID="{1BA9D8B0-D0AF-4988-9599-5385185CD001}" presName="horFlow" presStyleCnt="0"/>
      <dgm:spPr/>
    </dgm:pt>
    <dgm:pt modelId="{45FF647B-68E5-486D-9FE7-7195C64E6A0E}" type="pres">
      <dgm:prSet presAssocID="{1BA9D8B0-D0AF-4988-9599-5385185CD001}" presName="bigChev" presStyleLbl="node1" presStyleIdx="0" presStyleCnt="5"/>
      <dgm:spPr/>
    </dgm:pt>
    <dgm:pt modelId="{B69FCB98-EDE6-47B0-A697-39CF33AEF040}" type="pres">
      <dgm:prSet presAssocID="{A43B2F28-30C2-4542-9581-298F79075054}" presName="parTrans" presStyleCnt="0"/>
      <dgm:spPr/>
    </dgm:pt>
    <dgm:pt modelId="{DE35AEE3-59F9-420A-AA72-80B44F29AE62}" type="pres">
      <dgm:prSet presAssocID="{98B49DB4-3D77-4C3D-B8F8-D287EB80044D}" presName="node" presStyleLbl="alignAccFollowNode1" presStyleIdx="0" presStyleCnt="7">
        <dgm:presLayoutVars>
          <dgm:bulletEnabled val="1"/>
        </dgm:presLayoutVars>
      </dgm:prSet>
      <dgm:spPr/>
    </dgm:pt>
    <dgm:pt modelId="{598DE2B5-AA51-4DF8-B1A1-B9142C418A8F}" type="pres">
      <dgm:prSet presAssocID="{4785CCD6-4680-4728-BEEB-16DE145C2521}" presName="sibTrans" presStyleCnt="0"/>
      <dgm:spPr/>
    </dgm:pt>
    <dgm:pt modelId="{E7C59FEF-5180-4F74-BE42-846893D5E435}" type="pres">
      <dgm:prSet presAssocID="{BEABFD61-1093-40E0-8D38-8762F22C1A26}" presName="node" presStyleLbl="alignAccFollowNode1" presStyleIdx="1" presStyleCnt="7">
        <dgm:presLayoutVars>
          <dgm:bulletEnabled val="1"/>
        </dgm:presLayoutVars>
      </dgm:prSet>
      <dgm:spPr/>
    </dgm:pt>
    <dgm:pt modelId="{1D24A41A-6306-481D-AA80-65CF51F5FB7A}" type="pres">
      <dgm:prSet presAssocID="{1BA9D8B0-D0AF-4988-9599-5385185CD001}" presName="vSp" presStyleCnt="0"/>
      <dgm:spPr/>
    </dgm:pt>
    <dgm:pt modelId="{F45CE06B-5ACC-42DC-A3D4-EDA1BAB87167}" type="pres">
      <dgm:prSet presAssocID="{37A48E4A-3350-42E1-98A6-0989F7993CD2}" presName="horFlow" presStyleCnt="0"/>
      <dgm:spPr/>
    </dgm:pt>
    <dgm:pt modelId="{34598DFA-4808-4DB7-803C-C56A9EDE7CFB}" type="pres">
      <dgm:prSet presAssocID="{37A48E4A-3350-42E1-98A6-0989F7993CD2}" presName="bigChev" presStyleLbl="node1" presStyleIdx="1" presStyleCnt="5"/>
      <dgm:spPr/>
    </dgm:pt>
    <dgm:pt modelId="{24592C48-3868-4CFC-9539-AF062017E5ED}" type="pres">
      <dgm:prSet presAssocID="{2C64F18F-2504-487F-9628-EB7D49219193}" presName="parTrans" presStyleCnt="0"/>
      <dgm:spPr/>
    </dgm:pt>
    <dgm:pt modelId="{542088F1-F692-4BD9-99E0-4C0AD9FD1FBD}" type="pres">
      <dgm:prSet presAssocID="{22DDD177-DCF2-4AF6-A5C2-2E324986D084}" presName="node" presStyleLbl="alignAccFollowNode1" presStyleIdx="2" presStyleCnt="7">
        <dgm:presLayoutVars>
          <dgm:bulletEnabled val="1"/>
        </dgm:presLayoutVars>
      </dgm:prSet>
      <dgm:spPr/>
    </dgm:pt>
    <dgm:pt modelId="{4DAB3F67-107E-49DD-A2F8-07AA64DDBF83}" type="pres">
      <dgm:prSet presAssocID="{AB2CCD67-AD6E-4F58-8DCB-647CB9EB155B}" presName="sibTrans" presStyleCnt="0"/>
      <dgm:spPr/>
    </dgm:pt>
    <dgm:pt modelId="{ED39C22F-640C-4D7D-A545-11FE339C0394}" type="pres">
      <dgm:prSet presAssocID="{C640001C-911A-4CD8-9B38-A3FA241612F3}" presName="node" presStyleLbl="alignAccFollowNode1" presStyleIdx="3" presStyleCnt="7" custScaleX="133044">
        <dgm:presLayoutVars>
          <dgm:bulletEnabled val="1"/>
        </dgm:presLayoutVars>
      </dgm:prSet>
      <dgm:spPr/>
    </dgm:pt>
    <dgm:pt modelId="{8DCFA24E-D2CF-4E3B-9103-49E2263B0AD0}" type="pres">
      <dgm:prSet presAssocID="{37A48E4A-3350-42E1-98A6-0989F7993CD2}" presName="vSp" presStyleCnt="0"/>
      <dgm:spPr/>
    </dgm:pt>
    <dgm:pt modelId="{2C48A981-F28C-494A-8E9C-097321F6DCA4}" type="pres">
      <dgm:prSet presAssocID="{55C76BB6-DE1C-4A89-B9C6-79340CE01F8C}" presName="horFlow" presStyleCnt="0"/>
      <dgm:spPr/>
    </dgm:pt>
    <dgm:pt modelId="{538CE1F5-7CCC-4764-B329-DC64910902AD}" type="pres">
      <dgm:prSet presAssocID="{55C76BB6-DE1C-4A89-B9C6-79340CE01F8C}" presName="bigChev" presStyleLbl="node1" presStyleIdx="2" presStyleCnt="5"/>
      <dgm:spPr/>
    </dgm:pt>
    <dgm:pt modelId="{458E6052-41AC-46ED-A285-055234477C18}" type="pres">
      <dgm:prSet presAssocID="{05CF122C-533B-4B41-8732-6C3B70B40278}" presName="parTrans" presStyleCnt="0"/>
      <dgm:spPr/>
    </dgm:pt>
    <dgm:pt modelId="{E56F967B-E84E-4B0A-B983-69BA76849036}" type="pres">
      <dgm:prSet presAssocID="{D6A9C8BA-55FB-4EC3-BA13-F7D5F99E36B8}" presName="node" presStyleLbl="alignAccFollowNode1" presStyleIdx="4" presStyleCnt="7" custScaleX="146291">
        <dgm:presLayoutVars>
          <dgm:bulletEnabled val="1"/>
        </dgm:presLayoutVars>
      </dgm:prSet>
      <dgm:spPr/>
    </dgm:pt>
    <dgm:pt modelId="{17457F87-A5FB-40F4-AA53-D351F7214972}" type="pres">
      <dgm:prSet presAssocID="{55C76BB6-DE1C-4A89-B9C6-79340CE01F8C}" presName="vSp" presStyleCnt="0"/>
      <dgm:spPr/>
    </dgm:pt>
    <dgm:pt modelId="{F584CF6F-110B-4F6B-8788-36E38DD3A78B}" type="pres">
      <dgm:prSet presAssocID="{905D0420-18BF-4481-8B0B-66031D642C2F}" presName="horFlow" presStyleCnt="0"/>
      <dgm:spPr/>
    </dgm:pt>
    <dgm:pt modelId="{1F209896-484D-406C-9A91-BA9C606FE274}" type="pres">
      <dgm:prSet presAssocID="{905D0420-18BF-4481-8B0B-66031D642C2F}" presName="bigChev" presStyleLbl="node1" presStyleIdx="3" presStyleCnt="5"/>
      <dgm:spPr/>
    </dgm:pt>
    <dgm:pt modelId="{94D5FE2B-9687-4520-BBF8-6903B714F9C8}" type="pres">
      <dgm:prSet presAssocID="{01646C54-BCD6-45FF-86BF-6FE27781813C}" presName="parTrans" presStyleCnt="0"/>
      <dgm:spPr/>
    </dgm:pt>
    <dgm:pt modelId="{37F7C95C-EF1B-4F31-B0F2-6BC35DE05B3E}" type="pres">
      <dgm:prSet presAssocID="{41C5F266-51C7-4AE9-93B6-CAEE5B15B465}" presName="node" presStyleLbl="alignAccFollowNode1" presStyleIdx="5" presStyleCnt="7" custScaleX="148602">
        <dgm:presLayoutVars>
          <dgm:bulletEnabled val="1"/>
        </dgm:presLayoutVars>
      </dgm:prSet>
      <dgm:spPr/>
    </dgm:pt>
    <dgm:pt modelId="{F03A7831-C891-4078-995C-89758E1EF4D6}" type="pres">
      <dgm:prSet presAssocID="{905D0420-18BF-4481-8B0B-66031D642C2F}" presName="vSp" presStyleCnt="0"/>
      <dgm:spPr/>
    </dgm:pt>
    <dgm:pt modelId="{D327A2AC-E487-4280-B7E5-5695FCAC7526}" type="pres">
      <dgm:prSet presAssocID="{FFFBCE66-68B1-4E08-85A8-0E33C4FF7B2C}" presName="horFlow" presStyleCnt="0"/>
      <dgm:spPr/>
    </dgm:pt>
    <dgm:pt modelId="{F1CABF37-F4ED-41C6-BBE7-5FB29C5CDFCC}" type="pres">
      <dgm:prSet presAssocID="{FFFBCE66-68B1-4E08-85A8-0E33C4FF7B2C}" presName="bigChev" presStyleLbl="node1" presStyleIdx="4" presStyleCnt="5"/>
      <dgm:spPr/>
    </dgm:pt>
    <dgm:pt modelId="{AE50D8A2-4E7E-40AB-8541-719A12908BE0}" type="pres">
      <dgm:prSet presAssocID="{B0DC71A1-018A-46B5-8A4C-2CACDD589748}" presName="parTrans" presStyleCnt="0"/>
      <dgm:spPr/>
    </dgm:pt>
    <dgm:pt modelId="{EC8B0298-182B-46F3-95CB-7CE369433A45}" type="pres">
      <dgm:prSet presAssocID="{0E2C1A9F-06C2-420D-AC46-6B57C4A2E7BA}" presName="node" presStyleLbl="alignAccFollowNode1" presStyleIdx="6" presStyleCnt="7" custScaleX="133971">
        <dgm:presLayoutVars>
          <dgm:bulletEnabled val="1"/>
        </dgm:presLayoutVars>
      </dgm:prSet>
      <dgm:spPr/>
    </dgm:pt>
  </dgm:ptLst>
  <dgm:cxnLst>
    <dgm:cxn modelId="{922E3A0C-D545-4561-800B-911562B71F7F}" type="presOf" srcId="{EB94B2C3-BF01-4674-887D-59A87E1BA42F}" destId="{29772436-9373-436F-A9EC-3CB402B1EBD6}" srcOrd="0" destOrd="0" presId="urn:microsoft.com/office/officeart/2005/8/layout/lProcess3"/>
    <dgm:cxn modelId="{B0870C14-F351-4BBC-B352-754CD87398BB}" srcId="{EB94B2C3-BF01-4674-887D-59A87E1BA42F}" destId="{55C76BB6-DE1C-4A89-B9C6-79340CE01F8C}" srcOrd="2" destOrd="0" parTransId="{BB60311B-3072-413A-B749-70A14E8F218A}" sibTransId="{1EA73894-DFF0-4825-95B4-D4165E71547B}"/>
    <dgm:cxn modelId="{C2674119-6181-44BE-AEF4-C653505EE94A}" type="presOf" srcId="{C640001C-911A-4CD8-9B38-A3FA241612F3}" destId="{ED39C22F-640C-4D7D-A545-11FE339C0394}" srcOrd="0" destOrd="0" presId="urn:microsoft.com/office/officeart/2005/8/layout/lProcess3"/>
    <dgm:cxn modelId="{0679F02A-976B-4D23-B258-234E5A5169B6}" srcId="{EB94B2C3-BF01-4674-887D-59A87E1BA42F}" destId="{1BA9D8B0-D0AF-4988-9599-5385185CD001}" srcOrd="0" destOrd="0" parTransId="{66BDCF8D-966F-4955-9A24-E6E77D0E1E25}" sibTransId="{DF0DAA7C-5349-4DF3-8C64-29E17238E838}"/>
    <dgm:cxn modelId="{88EC465B-0664-4807-B396-4730A099057A}" srcId="{EB94B2C3-BF01-4674-887D-59A87E1BA42F}" destId="{FFFBCE66-68B1-4E08-85A8-0E33C4FF7B2C}" srcOrd="4" destOrd="0" parTransId="{CD31D96B-91C9-481C-A1CA-08A02FB2AE96}" sibTransId="{BAA44153-1C65-4BE5-8CAF-ADC2CC014042}"/>
    <dgm:cxn modelId="{D9A9E05B-0CD7-45BB-8372-FEB3E6B28AC3}" type="presOf" srcId="{BEABFD61-1093-40E0-8D38-8762F22C1A26}" destId="{E7C59FEF-5180-4F74-BE42-846893D5E435}" srcOrd="0" destOrd="0" presId="urn:microsoft.com/office/officeart/2005/8/layout/lProcess3"/>
    <dgm:cxn modelId="{DD7C375D-24F0-48B9-AB81-17C154888131}" srcId="{EB94B2C3-BF01-4674-887D-59A87E1BA42F}" destId="{37A48E4A-3350-42E1-98A6-0989F7993CD2}" srcOrd="1" destOrd="0" parTransId="{75AF2B4B-D3E0-4FB4-B074-F36383836726}" sibTransId="{C03754F3-C0DC-4E91-BB9B-AEC4E8F625B0}"/>
    <dgm:cxn modelId="{2839FE5F-820D-400E-8593-A9A4F091F661}" type="presOf" srcId="{37A48E4A-3350-42E1-98A6-0989F7993CD2}" destId="{34598DFA-4808-4DB7-803C-C56A9EDE7CFB}" srcOrd="0" destOrd="0" presId="urn:microsoft.com/office/officeart/2005/8/layout/lProcess3"/>
    <dgm:cxn modelId="{9A0A3C63-FCE4-47BA-B953-BEBB67DFA4B3}" srcId="{1BA9D8B0-D0AF-4988-9599-5385185CD001}" destId="{BEABFD61-1093-40E0-8D38-8762F22C1A26}" srcOrd="1" destOrd="0" parTransId="{9A38F999-D093-46D6-9268-D7CDB9222E06}" sibTransId="{D0AF4B45-7793-480F-A9EE-01B7EBDAA046}"/>
    <dgm:cxn modelId="{D0FAA665-E92D-4636-844C-9CB1BB489AF0}" type="presOf" srcId="{98B49DB4-3D77-4C3D-B8F8-D287EB80044D}" destId="{DE35AEE3-59F9-420A-AA72-80B44F29AE62}" srcOrd="0" destOrd="0" presId="urn:microsoft.com/office/officeart/2005/8/layout/lProcess3"/>
    <dgm:cxn modelId="{BCFD9A4C-6691-4541-B516-67F3036BD5A9}" type="presOf" srcId="{55C76BB6-DE1C-4A89-B9C6-79340CE01F8C}" destId="{538CE1F5-7CCC-4764-B329-DC64910902AD}" srcOrd="0" destOrd="0" presId="urn:microsoft.com/office/officeart/2005/8/layout/lProcess3"/>
    <dgm:cxn modelId="{510CC553-FCBA-44B5-A149-7D676AF3B820}" type="presOf" srcId="{D6A9C8BA-55FB-4EC3-BA13-F7D5F99E36B8}" destId="{E56F967B-E84E-4B0A-B983-69BA76849036}" srcOrd="0" destOrd="0" presId="urn:microsoft.com/office/officeart/2005/8/layout/lProcess3"/>
    <dgm:cxn modelId="{C4B0D882-74ED-4F65-A94E-D63A015AFC97}" srcId="{1BA9D8B0-D0AF-4988-9599-5385185CD001}" destId="{98B49DB4-3D77-4C3D-B8F8-D287EB80044D}" srcOrd="0" destOrd="0" parTransId="{A43B2F28-30C2-4542-9581-298F79075054}" sibTransId="{4785CCD6-4680-4728-BEEB-16DE145C2521}"/>
    <dgm:cxn modelId="{09EA768C-7DFA-4CD9-9E79-836372302DEF}" type="presOf" srcId="{905D0420-18BF-4481-8B0B-66031D642C2F}" destId="{1F209896-484D-406C-9A91-BA9C606FE274}" srcOrd="0" destOrd="0" presId="urn:microsoft.com/office/officeart/2005/8/layout/lProcess3"/>
    <dgm:cxn modelId="{7EF82FA6-1F8E-45FD-A976-5421CDD33A7C}" srcId="{FFFBCE66-68B1-4E08-85A8-0E33C4FF7B2C}" destId="{0E2C1A9F-06C2-420D-AC46-6B57C4A2E7BA}" srcOrd="0" destOrd="0" parTransId="{B0DC71A1-018A-46B5-8A4C-2CACDD589748}" sibTransId="{1564EF93-28F0-4A27-AB10-1F8D111A0F9B}"/>
    <dgm:cxn modelId="{5A0EE4A6-635A-4B07-9890-E7E052E4AF55}" type="presOf" srcId="{41C5F266-51C7-4AE9-93B6-CAEE5B15B465}" destId="{37F7C95C-EF1B-4F31-B0F2-6BC35DE05B3E}" srcOrd="0" destOrd="0" presId="urn:microsoft.com/office/officeart/2005/8/layout/lProcess3"/>
    <dgm:cxn modelId="{A1758CAC-DDA3-4905-87DC-9B7DFF42BBC3}" srcId="{905D0420-18BF-4481-8B0B-66031D642C2F}" destId="{41C5F266-51C7-4AE9-93B6-CAEE5B15B465}" srcOrd="0" destOrd="0" parTransId="{01646C54-BCD6-45FF-86BF-6FE27781813C}" sibTransId="{7B968C9E-F31C-4EDC-AE0D-A75F36F93124}"/>
    <dgm:cxn modelId="{4CFD19B0-3262-4FBA-A52F-600229DCA5B5}" type="presOf" srcId="{FFFBCE66-68B1-4E08-85A8-0E33C4FF7B2C}" destId="{F1CABF37-F4ED-41C6-BBE7-5FB29C5CDFCC}" srcOrd="0" destOrd="0" presId="urn:microsoft.com/office/officeart/2005/8/layout/lProcess3"/>
    <dgm:cxn modelId="{A4D724C7-6963-48D0-94B9-564680C27502}" srcId="{37A48E4A-3350-42E1-98A6-0989F7993CD2}" destId="{C640001C-911A-4CD8-9B38-A3FA241612F3}" srcOrd="1" destOrd="0" parTransId="{465A719D-1031-4B25-8228-87F4F12C0DEB}" sibTransId="{76A7D431-E0AE-4E17-B4A6-285368F9EC9D}"/>
    <dgm:cxn modelId="{1E4C47C7-2C6A-47B1-A056-27BB4CBC5E2E}" type="presOf" srcId="{1BA9D8B0-D0AF-4988-9599-5385185CD001}" destId="{45FF647B-68E5-486D-9FE7-7195C64E6A0E}" srcOrd="0" destOrd="0" presId="urn:microsoft.com/office/officeart/2005/8/layout/lProcess3"/>
    <dgm:cxn modelId="{D558FAD7-A799-4BC4-BC16-5C0095C89D6D}" srcId="{55C76BB6-DE1C-4A89-B9C6-79340CE01F8C}" destId="{D6A9C8BA-55FB-4EC3-BA13-F7D5F99E36B8}" srcOrd="0" destOrd="0" parTransId="{05CF122C-533B-4B41-8732-6C3B70B40278}" sibTransId="{89C02F88-C9E4-4A06-9CC4-781E6F7066F9}"/>
    <dgm:cxn modelId="{5DF968DD-EB90-4DC6-9162-CF75EEE2B981}" srcId="{EB94B2C3-BF01-4674-887D-59A87E1BA42F}" destId="{905D0420-18BF-4481-8B0B-66031D642C2F}" srcOrd="3" destOrd="0" parTransId="{878B6B43-568A-4425-AD14-9F9ABA7518C1}" sibTransId="{5FD0F991-770C-45A9-9D32-1FA58DD86835}"/>
    <dgm:cxn modelId="{081F1AE3-1C1B-4F48-A309-779A6BE1A2A2}" srcId="{37A48E4A-3350-42E1-98A6-0989F7993CD2}" destId="{22DDD177-DCF2-4AF6-A5C2-2E324986D084}" srcOrd="0" destOrd="0" parTransId="{2C64F18F-2504-487F-9628-EB7D49219193}" sibTransId="{AB2CCD67-AD6E-4F58-8DCB-647CB9EB155B}"/>
    <dgm:cxn modelId="{6E3F03EC-6222-4AFE-938D-C1B5F6134311}" type="presOf" srcId="{0E2C1A9F-06C2-420D-AC46-6B57C4A2E7BA}" destId="{EC8B0298-182B-46F3-95CB-7CE369433A45}" srcOrd="0" destOrd="0" presId="urn:microsoft.com/office/officeart/2005/8/layout/lProcess3"/>
    <dgm:cxn modelId="{909D53FB-26A1-4539-87CF-8781C490DEAF}" type="presOf" srcId="{22DDD177-DCF2-4AF6-A5C2-2E324986D084}" destId="{542088F1-F692-4BD9-99E0-4C0AD9FD1FBD}" srcOrd="0" destOrd="0" presId="urn:microsoft.com/office/officeart/2005/8/layout/lProcess3"/>
    <dgm:cxn modelId="{FAD8CF1E-AD03-424D-86A7-BF63096549B2}" type="presParOf" srcId="{29772436-9373-436F-A9EC-3CB402B1EBD6}" destId="{C28EFEB2-9040-4621-9FAC-B3A417A0F9D3}" srcOrd="0" destOrd="0" presId="urn:microsoft.com/office/officeart/2005/8/layout/lProcess3"/>
    <dgm:cxn modelId="{17831757-D32B-40D8-8288-0F857E8C229D}" type="presParOf" srcId="{C28EFEB2-9040-4621-9FAC-B3A417A0F9D3}" destId="{45FF647B-68E5-486D-9FE7-7195C64E6A0E}" srcOrd="0" destOrd="0" presId="urn:microsoft.com/office/officeart/2005/8/layout/lProcess3"/>
    <dgm:cxn modelId="{A3E7416D-E8F4-4B95-A1D9-F81288B94627}" type="presParOf" srcId="{C28EFEB2-9040-4621-9FAC-B3A417A0F9D3}" destId="{B69FCB98-EDE6-47B0-A697-39CF33AEF040}" srcOrd="1" destOrd="0" presId="urn:microsoft.com/office/officeart/2005/8/layout/lProcess3"/>
    <dgm:cxn modelId="{87A32C9E-3B06-4D7B-843A-86F9669CDF2D}" type="presParOf" srcId="{C28EFEB2-9040-4621-9FAC-B3A417A0F9D3}" destId="{DE35AEE3-59F9-420A-AA72-80B44F29AE62}" srcOrd="2" destOrd="0" presId="urn:microsoft.com/office/officeart/2005/8/layout/lProcess3"/>
    <dgm:cxn modelId="{2A9138B9-FF44-46AD-9FD9-BE37AF72AD75}" type="presParOf" srcId="{C28EFEB2-9040-4621-9FAC-B3A417A0F9D3}" destId="{598DE2B5-AA51-4DF8-B1A1-B9142C418A8F}" srcOrd="3" destOrd="0" presId="urn:microsoft.com/office/officeart/2005/8/layout/lProcess3"/>
    <dgm:cxn modelId="{90E8D5B1-2E33-48B3-9BEE-A175831534A2}" type="presParOf" srcId="{C28EFEB2-9040-4621-9FAC-B3A417A0F9D3}" destId="{E7C59FEF-5180-4F74-BE42-846893D5E435}" srcOrd="4" destOrd="0" presId="urn:microsoft.com/office/officeart/2005/8/layout/lProcess3"/>
    <dgm:cxn modelId="{BB1DF518-07FF-4B2F-8FE6-61F4BE66A10D}" type="presParOf" srcId="{29772436-9373-436F-A9EC-3CB402B1EBD6}" destId="{1D24A41A-6306-481D-AA80-65CF51F5FB7A}" srcOrd="1" destOrd="0" presId="urn:microsoft.com/office/officeart/2005/8/layout/lProcess3"/>
    <dgm:cxn modelId="{B1D09B25-FC02-4437-9133-50828C3F2220}" type="presParOf" srcId="{29772436-9373-436F-A9EC-3CB402B1EBD6}" destId="{F45CE06B-5ACC-42DC-A3D4-EDA1BAB87167}" srcOrd="2" destOrd="0" presId="urn:microsoft.com/office/officeart/2005/8/layout/lProcess3"/>
    <dgm:cxn modelId="{93BD06E4-0BE8-4F8F-8408-3036253E10A5}" type="presParOf" srcId="{F45CE06B-5ACC-42DC-A3D4-EDA1BAB87167}" destId="{34598DFA-4808-4DB7-803C-C56A9EDE7CFB}" srcOrd="0" destOrd="0" presId="urn:microsoft.com/office/officeart/2005/8/layout/lProcess3"/>
    <dgm:cxn modelId="{A10FCBDE-DA4C-4D27-B923-0CF10CE38298}" type="presParOf" srcId="{F45CE06B-5ACC-42DC-A3D4-EDA1BAB87167}" destId="{24592C48-3868-4CFC-9539-AF062017E5ED}" srcOrd="1" destOrd="0" presId="urn:microsoft.com/office/officeart/2005/8/layout/lProcess3"/>
    <dgm:cxn modelId="{A72A2EE2-CBDE-4EC3-9A72-B5BE0261B58B}" type="presParOf" srcId="{F45CE06B-5ACC-42DC-A3D4-EDA1BAB87167}" destId="{542088F1-F692-4BD9-99E0-4C0AD9FD1FBD}" srcOrd="2" destOrd="0" presId="urn:microsoft.com/office/officeart/2005/8/layout/lProcess3"/>
    <dgm:cxn modelId="{697041F9-CCA3-40CC-9F55-2416DB3485BB}" type="presParOf" srcId="{F45CE06B-5ACC-42DC-A3D4-EDA1BAB87167}" destId="{4DAB3F67-107E-49DD-A2F8-07AA64DDBF83}" srcOrd="3" destOrd="0" presId="urn:microsoft.com/office/officeart/2005/8/layout/lProcess3"/>
    <dgm:cxn modelId="{1779AED8-4085-4646-A47A-55D26307A634}" type="presParOf" srcId="{F45CE06B-5ACC-42DC-A3D4-EDA1BAB87167}" destId="{ED39C22F-640C-4D7D-A545-11FE339C0394}" srcOrd="4" destOrd="0" presId="urn:microsoft.com/office/officeart/2005/8/layout/lProcess3"/>
    <dgm:cxn modelId="{2EA02F71-E26B-47BF-A282-D3209B9CF4E6}" type="presParOf" srcId="{29772436-9373-436F-A9EC-3CB402B1EBD6}" destId="{8DCFA24E-D2CF-4E3B-9103-49E2263B0AD0}" srcOrd="3" destOrd="0" presId="urn:microsoft.com/office/officeart/2005/8/layout/lProcess3"/>
    <dgm:cxn modelId="{5B8D5250-F2EB-4761-A3BC-E1E4BE1D48F8}" type="presParOf" srcId="{29772436-9373-436F-A9EC-3CB402B1EBD6}" destId="{2C48A981-F28C-494A-8E9C-097321F6DCA4}" srcOrd="4" destOrd="0" presId="urn:microsoft.com/office/officeart/2005/8/layout/lProcess3"/>
    <dgm:cxn modelId="{BEED6820-8506-4C76-95DB-B745A4E28646}" type="presParOf" srcId="{2C48A981-F28C-494A-8E9C-097321F6DCA4}" destId="{538CE1F5-7CCC-4764-B329-DC64910902AD}" srcOrd="0" destOrd="0" presId="urn:microsoft.com/office/officeart/2005/8/layout/lProcess3"/>
    <dgm:cxn modelId="{EC645380-3FB0-40E9-93EA-D8C1C356B3E0}" type="presParOf" srcId="{2C48A981-F28C-494A-8E9C-097321F6DCA4}" destId="{458E6052-41AC-46ED-A285-055234477C18}" srcOrd="1" destOrd="0" presId="urn:microsoft.com/office/officeart/2005/8/layout/lProcess3"/>
    <dgm:cxn modelId="{509808F6-6621-4633-A1D1-1B7316515991}" type="presParOf" srcId="{2C48A981-F28C-494A-8E9C-097321F6DCA4}" destId="{E56F967B-E84E-4B0A-B983-69BA76849036}" srcOrd="2" destOrd="0" presId="urn:microsoft.com/office/officeart/2005/8/layout/lProcess3"/>
    <dgm:cxn modelId="{D3429207-0376-4C6B-B0F7-16D5237F1E7E}" type="presParOf" srcId="{29772436-9373-436F-A9EC-3CB402B1EBD6}" destId="{17457F87-A5FB-40F4-AA53-D351F7214972}" srcOrd="5" destOrd="0" presId="urn:microsoft.com/office/officeart/2005/8/layout/lProcess3"/>
    <dgm:cxn modelId="{3C3C3FEC-C57A-4CEA-9E9F-DCAB2764602C}" type="presParOf" srcId="{29772436-9373-436F-A9EC-3CB402B1EBD6}" destId="{F584CF6F-110B-4F6B-8788-36E38DD3A78B}" srcOrd="6" destOrd="0" presId="urn:microsoft.com/office/officeart/2005/8/layout/lProcess3"/>
    <dgm:cxn modelId="{35F9C77A-676E-4959-9ACB-EB2B36E5E659}" type="presParOf" srcId="{F584CF6F-110B-4F6B-8788-36E38DD3A78B}" destId="{1F209896-484D-406C-9A91-BA9C606FE274}" srcOrd="0" destOrd="0" presId="urn:microsoft.com/office/officeart/2005/8/layout/lProcess3"/>
    <dgm:cxn modelId="{F4DD08A6-A540-4674-9806-DC5664FC713C}" type="presParOf" srcId="{F584CF6F-110B-4F6B-8788-36E38DD3A78B}" destId="{94D5FE2B-9687-4520-BBF8-6903B714F9C8}" srcOrd="1" destOrd="0" presId="urn:microsoft.com/office/officeart/2005/8/layout/lProcess3"/>
    <dgm:cxn modelId="{9599651B-7C5F-4636-B27B-AABC5D3EBB47}" type="presParOf" srcId="{F584CF6F-110B-4F6B-8788-36E38DD3A78B}" destId="{37F7C95C-EF1B-4F31-B0F2-6BC35DE05B3E}" srcOrd="2" destOrd="0" presId="urn:microsoft.com/office/officeart/2005/8/layout/lProcess3"/>
    <dgm:cxn modelId="{59A4299F-E455-4ADA-8A0A-005A08DD5C58}" type="presParOf" srcId="{29772436-9373-436F-A9EC-3CB402B1EBD6}" destId="{F03A7831-C891-4078-995C-89758E1EF4D6}" srcOrd="7" destOrd="0" presId="urn:microsoft.com/office/officeart/2005/8/layout/lProcess3"/>
    <dgm:cxn modelId="{5735CA2B-7683-4FD8-BC91-DB2C78713DAE}" type="presParOf" srcId="{29772436-9373-436F-A9EC-3CB402B1EBD6}" destId="{D327A2AC-E487-4280-B7E5-5695FCAC7526}" srcOrd="8" destOrd="0" presId="urn:microsoft.com/office/officeart/2005/8/layout/lProcess3"/>
    <dgm:cxn modelId="{979454D1-AA67-42D5-83D3-D46D7FE177B5}" type="presParOf" srcId="{D327A2AC-E487-4280-B7E5-5695FCAC7526}" destId="{F1CABF37-F4ED-41C6-BBE7-5FB29C5CDFCC}" srcOrd="0" destOrd="0" presId="urn:microsoft.com/office/officeart/2005/8/layout/lProcess3"/>
    <dgm:cxn modelId="{49756AC5-A3B5-4B00-A9B3-6C7CAA7C4F3F}" type="presParOf" srcId="{D327A2AC-E487-4280-B7E5-5695FCAC7526}" destId="{AE50D8A2-4E7E-40AB-8541-719A12908BE0}" srcOrd="1" destOrd="0" presId="urn:microsoft.com/office/officeart/2005/8/layout/lProcess3"/>
    <dgm:cxn modelId="{F9E2C934-DFFD-439B-A31D-B2B9D8FFFD47}" type="presParOf" srcId="{D327A2AC-E487-4280-B7E5-5695FCAC7526}" destId="{EC8B0298-182B-46F3-95CB-7CE369433A45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F647B-68E5-486D-9FE7-7195C64E6A0E}">
      <dsp:nvSpPr>
        <dsp:cNvPr id="0" name=""/>
        <dsp:cNvSpPr/>
      </dsp:nvSpPr>
      <dsp:spPr>
        <a:xfrm>
          <a:off x="1855287" y="2206"/>
          <a:ext cx="2304789" cy="92191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u="sng" kern="1200" dirty="0"/>
            <a:t>Image capture</a:t>
          </a:r>
          <a:endParaRPr lang="en-IN" sz="2700" b="1" u="sng" kern="1200" dirty="0"/>
        </a:p>
      </dsp:txBody>
      <dsp:txXfrm>
        <a:off x="2316245" y="2206"/>
        <a:ext cx="1382874" cy="921915"/>
      </dsp:txXfrm>
    </dsp:sp>
    <dsp:sp modelId="{DE35AEE3-59F9-420A-AA72-80B44F29AE62}">
      <dsp:nvSpPr>
        <dsp:cNvPr id="0" name=""/>
        <dsp:cNvSpPr/>
      </dsp:nvSpPr>
      <dsp:spPr>
        <a:xfrm>
          <a:off x="3860454" y="80569"/>
          <a:ext cx="1912975" cy="765190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Webcam</a:t>
          </a:r>
          <a:endParaRPr lang="en-IN" sz="2400" kern="1200" dirty="0"/>
        </a:p>
      </dsp:txBody>
      <dsp:txXfrm>
        <a:off x="4243049" y="80569"/>
        <a:ext cx="1147785" cy="765190"/>
      </dsp:txXfrm>
    </dsp:sp>
    <dsp:sp modelId="{E7C59FEF-5180-4F74-BE42-846893D5E435}">
      <dsp:nvSpPr>
        <dsp:cNvPr id="0" name=""/>
        <dsp:cNvSpPr/>
      </dsp:nvSpPr>
      <dsp:spPr>
        <a:xfrm>
          <a:off x="5505613" y="80569"/>
          <a:ext cx="1912975" cy="765190"/>
        </a:xfrm>
        <a:prstGeom prst="chevron">
          <a:avLst/>
        </a:prstGeom>
        <a:solidFill>
          <a:schemeClr val="accent2">
            <a:tint val="40000"/>
            <a:alpha val="90000"/>
            <a:hueOff val="690319"/>
            <a:satOff val="-2444"/>
            <a:lumOff val="-1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690319"/>
              <a:satOff val="-2444"/>
              <a:lumOff val="-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OpenCV</a:t>
          </a:r>
          <a:endParaRPr lang="en-IN" sz="2400" kern="1200" dirty="0"/>
        </a:p>
      </dsp:txBody>
      <dsp:txXfrm>
        <a:off x="5888208" y="80569"/>
        <a:ext cx="1147785" cy="765190"/>
      </dsp:txXfrm>
    </dsp:sp>
    <dsp:sp modelId="{34598DFA-4808-4DB7-803C-C56A9EDE7CFB}">
      <dsp:nvSpPr>
        <dsp:cNvPr id="0" name=""/>
        <dsp:cNvSpPr/>
      </dsp:nvSpPr>
      <dsp:spPr>
        <a:xfrm>
          <a:off x="1855287" y="1053190"/>
          <a:ext cx="2304789" cy="921915"/>
        </a:xfrm>
        <a:prstGeom prst="chevron">
          <a:avLst/>
        </a:prstGeom>
        <a:solidFill>
          <a:schemeClr val="accent2">
            <a:hueOff val="1197020"/>
            <a:satOff val="-3638"/>
            <a:lumOff val="-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u="sng" kern="1200" dirty="0"/>
            <a:t>Face Detection</a:t>
          </a:r>
          <a:endParaRPr lang="en-IN" sz="2700" b="1" u="sng" kern="1200" dirty="0"/>
        </a:p>
      </dsp:txBody>
      <dsp:txXfrm>
        <a:off x="2316245" y="1053190"/>
        <a:ext cx="1382874" cy="921915"/>
      </dsp:txXfrm>
    </dsp:sp>
    <dsp:sp modelId="{542088F1-F692-4BD9-99E0-4C0AD9FD1FBD}">
      <dsp:nvSpPr>
        <dsp:cNvPr id="0" name=""/>
        <dsp:cNvSpPr/>
      </dsp:nvSpPr>
      <dsp:spPr>
        <a:xfrm>
          <a:off x="3860454" y="1131553"/>
          <a:ext cx="1912975" cy="765190"/>
        </a:xfrm>
        <a:prstGeom prst="chevron">
          <a:avLst/>
        </a:prstGeom>
        <a:solidFill>
          <a:schemeClr val="accent2">
            <a:tint val="40000"/>
            <a:alpha val="90000"/>
            <a:hueOff val="1380638"/>
            <a:satOff val="-4887"/>
            <a:lumOff val="-21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380638"/>
              <a:satOff val="-4887"/>
              <a:lumOff val="-2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OpenCV</a:t>
          </a:r>
          <a:endParaRPr lang="en-IN" sz="2400" kern="1200" dirty="0"/>
        </a:p>
      </dsp:txBody>
      <dsp:txXfrm>
        <a:off x="4243049" y="1131553"/>
        <a:ext cx="1147785" cy="765190"/>
      </dsp:txXfrm>
    </dsp:sp>
    <dsp:sp modelId="{ED39C22F-640C-4D7D-A545-11FE339C0394}">
      <dsp:nvSpPr>
        <dsp:cNvPr id="0" name=""/>
        <dsp:cNvSpPr/>
      </dsp:nvSpPr>
      <dsp:spPr>
        <a:xfrm>
          <a:off x="5505613" y="1131553"/>
          <a:ext cx="2545098" cy="765190"/>
        </a:xfrm>
        <a:prstGeom prst="chevron">
          <a:avLst/>
        </a:prstGeom>
        <a:solidFill>
          <a:schemeClr val="accent2">
            <a:tint val="40000"/>
            <a:alpha val="90000"/>
            <a:hueOff val="2070958"/>
            <a:satOff val="-7331"/>
            <a:lumOff val="-31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070958"/>
              <a:satOff val="-7331"/>
              <a:lumOff val="-3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Face Recognition</a:t>
          </a:r>
          <a:endParaRPr lang="en-IN" sz="2400" kern="1200" dirty="0"/>
        </a:p>
      </dsp:txBody>
      <dsp:txXfrm>
        <a:off x="5888208" y="1131553"/>
        <a:ext cx="1779908" cy="765190"/>
      </dsp:txXfrm>
    </dsp:sp>
    <dsp:sp modelId="{538CE1F5-7CCC-4764-B329-DC64910902AD}">
      <dsp:nvSpPr>
        <dsp:cNvPr id="0" name=""/>
        <dsp:cNvSpPr/>
      </dsp:nvSpPr>
      <dsp:spPr>
        <a:xfrm>
          <a:off x="1855287" y="2104174"/>
          <a:ext cx="2304789" cy="921915"/>
        </a:xfrm>
        <a:prstGeom prst="chevron">
          <a:avLst/>
        </a:prstGeom>
        <a:solidFill>
          <a:schemeClr val="accent2">
            <a:hueOff val="2394041"/>
            <a:satOff val="-7276"/>
            <a:lumOff val="-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u="sng" kern="1200" dirty="0"/>
            <a:t>Face Encoding</a:t>
          </a:r>
          <a:endParaRPr lang="en-IN" sz="2700" b="1" u="sng" kern="1200" dirty="0"/>
        </a:p>
      </dsp:txBody>
      <dsp:txXfrm>
        <a:off x="2316245" y="2104174"/>
        <a:ext cx="1382874" cy="921915"/>
      </dsp:txXfrm>
    </dsp:sp>
    <dsp:sp modelId="{E56F967B-E84E-4B0A-B983-69BA76849036}">
      <dsp:nvSpPr>
        <dsp:cNvPr id="0" name=""/>
        <dsp:cNvSpPr/>
      </dsp:nvSpPr>
      <dsp:spPr>
        <a:xfrm>
          <a:off x="3860454" y="2182537"/>
          <a:ext cx="2798510" cy="765190"/>
        </a:xfrm>
        <a:prstGeom prst="chevron">
          <a:avLst/>
        </a:prstGeom>
        <a:solidFill>
          <a:schemeClr val="accent2">
            <a:tint val="40000"/>
            <a:alpha val="90000"/>
            <a:hueOff val="2761277"/>
            <a:satOff val="-9774"/>
            <a:lumOff val="-42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761277"/>
              <a:satOff val="-9774"/>
              <a:lumOff val="-4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face_recognition</a:t>
          </a:r>
          <a:endParaRPr lang="en-IN" sz="2300" kern="1200" dirty="0"/>
        </a:p>
      </dsp:txBody>
      <dsp:txXfrm>
        <a:off x="4243049" y="2182537"/>
        <a:ext cx="2033320" cy="765190"/>
      </dsp:txXfrm>
    </dsp:sp>
    <dsp:sp modelId="{1F209896-484D-406C-9A91-BA9C606FE274}">
      <dsp:nvSpPr>
        <dsp:cNvPr id="0" name=""/>
        <dsp:cNvSpPr/>
      </dsp:nvSpPr>
      <dsp:spPr>
        <a:xfrm>
          <a:off x="1855287" y="3155158"/>
          <a:ext cx="2304789" cy="921915"/>
        </a:xfrm>
        <a:prstGeom prst="chevron">
          <a:avLst/>
        </a:prstGeom>
        <a:solidFill>
          <a:schemeClr val="accent2">
            <a:hueOff val="3591061"/>
            <a:satOff val="-10913"/>
            <a:lumOff val="-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u="sng" kern="1200" dirty="0"/>
            <a:t>Matching</a:t>
          </a:r>
          <a:endParaRPr lang="en-IN" sz="2700" b="1" u="sng" kern="1200" dirty="0"/>
        </a:p>
      </dsp:txBody>
      <dsp:txXfrm>
        <a:off x="2316245" y="3155158"/>
        <a:ext cx="1382874" cy="921915"/>
      </dsp:txXfrm>
    </dsp:sp>
    <dsp:sp modelId="{37F7C95C-EF1B-4F31-B0F2-6BC35DE05B3E}">
      <dsp:nvSpPr>
        <dsp:cNvPr id="0" name=""/>
        <dsp:cNvSpPr/>
      </dsp:nvSpPr>
      <dsp:spPr>
        <a:xfrm>
          <a:off x="3860454" y="3233521"/>
          <a:ext cx="2842719" cy="765190"/>
        </a:xfrm>
        <a:prstGeom prst="chevron">
          <a:avLst/>
        </a:prstGeom>
        <a:solidFill>
          <a:schemeClr val="accent2">
            <a:tint val="40000"/>
            <a:alpha val="90000"/>
            <a:hueOff val="3451596"/>
            <a:satOff val="-12218"/>
            <a:lumOff val="-53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451596"/>
              <a:satOff val="-12218"/>
              <a:lumOff val="-5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face_recognition</a:t>
          </a:r>
          <a:endParaRPr lang="en-IN" sz="2400" kern="1200" dirty="0"/>
        </a:p>
      </dsp:txBody>
      <dsp:txXfrm>
        <a:off x="4243049" y="3233521"/>
        <a:ext cx="2077529" cy="765190"/>
      </dsp:txXfrm>
    </dsp:sp>
    <dsp:sp modelId="{F1CABF37-F4ED-41C6-BBE7-5FB29C5CDFCC}">
      <dsp:nvSpPr>
        <dsp:cNvPr id="0" name=""/>
        <dsp:cNvSpPr/>
      </dsp:nvSpPr>
      <dsp:spPr>
        <a:xfrm>
          <a:off x="1855287" y="4206142"/>
          <a:ext cx="2304789" cy="921915"/>
        </a:xfrm>
        <a:prstGeom prst="chevron">
          <a:avLst/>
        </a:prstGeom>
        <a:solidFill>
          <a:schemeClr val="accent2">
            <a:hueOff val="4788082"/>
            <a:satOff val="-14551"/>
            <a:lumOff val="-19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u="sng" kern="1200" dirty="0"/>
            <a:t>Display</a:t>
          </a:r>
          <a:endParaRPr lang="en-IN" sz="2700" b="1" u="sng" kern="1200" dirty="0"/>
        </a:p>
      </dsp:txBody>
      <dsp:txXfrm>
        <a:off x="2316245" y="4206142"/>
        <a:ext cx="1382874" cy="921915"/>
      </dsp:txXfrm>
    </dsp:sp>
    <dsp:sp modelId="{EC8B0298-182B-46F3-95CB-7CE369433A45}">
      <dsp:nvSpPr>
        <dsp:cNvPr id="0" name=""/>
        <dsp:cNvSpPr/>
      </dsp:nvSpPr>
      <dsp:spPr>
        <a:xfrm>
          <a:off x="3860454" y="4284505"/>
          <a:ext cx="2562832" cy="765190"/>
        </a:xfrm>
        <a:prstGeom prst="chevron">
          <a:avLst/>
        </a:prstGeom>
        <a:solidFill>
          <a:schemeClr val="accent2">
            <a:tint val="40000"/>
            <a:alpha val="90000"/>
            <a:hueOff val="4141915"/>
            <a:satOff val="-14661"/>
            <a:lumOff val="-63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41915"/>
              <a:satOff val="-14661"/>
              <a:lumOff val="-6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Tkinter</a:t>
          </a:r>
          <a:r>
            <a:rPr lang="en-US" sz="2400" kern="1200" dirty="0"/>
            <a:t> GUI</a:t>
          </a:r>
          <a:endParaRPr lang="en-IN" sz="2400" kern="1200" dirty="0"/>
        </a:p>
      </dsp:txBody>
      <dsp:txXfrm>
        <a:off x="4243049" y="4284505"/>
        <a:ext cx="1797642" cy="765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F1F8-23E8-52B2-155E-70C8594F0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Face recognition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5975D-93BD-00DA-0931-B85A9A9BB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Real-time face recognition and detection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9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D162-65DC-D498-5D55-410763BF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b="1" u="sng" dirty="0"/>
              <a:t>overview</a:t>
            </a:r>
            <a:endParaRPr lang="en-IN" b="1" u="sng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AD23A0D-9A63-A9AA-334D-F0E21705FC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842646"/>
            <a:ext cx="9196557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 of the System: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Processing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Utilizes OpenCV for capturing and processing video frames from a webcam.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frames are captured in real-time and processed to detect faces.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Encoding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library to convert detected faces into numerical face encodings.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Encodings are unique numerical representations of facial features.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Matching with Known Faces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face encodings are preloaded from a specified directory.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face encodings are compared with known encodings to identify individuals.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 with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used to create a graphical user interface (GUI).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GUI displays the video feed, recognized names, and lists of all recognized 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0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0365F1-7871-C3B8-F15C-1358FE3D67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2251" y="451749"/>
            <a:ext cx="8666155" cy="63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Capture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captures video frames from the webcam using OpenCV.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Frames are processed and flipped for a natural viewing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Detection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Faces in the video frames are detected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Bounding boxes are drawn around detected faces for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Encoding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Detected faces are encoded into numerical vectors.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face encoding is compared against a database of known encodings.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 match is found, the system identifies the person and displays their name.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no match is found, the person is labeled as "Unknown".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GUI updates to show the video feed with recognized faces.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of current and all-time recognized faces are displayed and updated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1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A4E6-0F9D-C6AC-1DC1-86EC4441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b="1" u="sng" dirty="0"/>
              <a:t>Diagram of workflow</a:t>
            </a:r>
            <a:endParaRPr lang="en-IN" b="1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898DA1B-1B82-E8CD-E2A9-03DA524D07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123001"/>
              </p:ext>
            </p:extLst>
          </p:nvPr>
        </p:nvGraphicFramePr>
        <p:xfrm>
          <a:off x="1141413" y="1126155"/>
          <a:ext cx="9906000" cy="5130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536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C737E98-0E95-0D94-88B6-80273A5AC9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6242" y="-42855"/>
            <a:ext cx="9879515" cy="666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3600" b="1" dirty="0" err="1"/>
              <a:t>get_face_encoding</a:t>
            </a:r>
            <a:r>
              <a:rPr lang="en-US" sz="3600" b="1" dirty="0"/>
              <a:t>(</a:t>
            </a:r>
            <a:r>
              <a:rPr lang="en-US" sz="3600" b="1" dirty="0" err="1"/>
              <a:t>image_path</a:t>
            </a:r>
            <a:r>
              <a:rPr lang="en-US" sz="3600" b="1" dirty="0"/>
              <a:t>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2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IMAGE FILE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function uses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face_recognition.load_image_file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image_path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load the image from the specified file path.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function reads the image file and converts it into a format that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library can process.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AND ENCODE FACES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face_recognition.face_encodings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(image) is used to detect faces in the loaded image and encode them.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function returns a list of encodings for all detected faces in the image.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FIRST ENCODING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function returns the first face encoding found in the image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face_recognition.face_encodings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(image).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ensures that only the first detected face's encoding is considered, which is useful when there is only one person in the image.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THE ENCODING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face encoding, a numerical vector representing the facial features, is returned by the function.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encoding can then be used to compare with other face encodings to recognize the person.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09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5324962-C357-4391-E2A4-0FB3E3254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9036" y="309127"/>
            <a:ext cx="9788892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sz="3600" b="1" dirty="0" err="1"/>
              <a:t>update_video</a:t>
            </a:r>
            <a:r>
              <a:rPr lang="en-IN" sz="3600" b="1" dirty="0"/>
              <a:t>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FRAME FROM WEBCAM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function captures a frame from the webcam using ret, frame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video_capture.read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frame is then flipped horizontally using frame = cv2.flip(frame, 1) for a mirror-like view.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FACE LOCATIONS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face_locations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face_recognition.face_locations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(frame) is used to detect all faces in the current frame.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function returns the coordinates of bounding boxes around detected faces.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 DETECTED FACES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face_encodings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face_recognition.face_encodings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(frame,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face_locations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computes face encodings for all detected faces in the frame.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encodings are numerical representations of the detected faces' features.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 RECOGNIZED NAMES LIST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empty list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recognized_names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initialized to store names of recognized faces in the current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19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2192FB-9258-53A6-DC12-1EE803603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343" y="0"/>
            <a:ext cx="9909313" cy="714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 DETECTED FACES WITH KNOWN FACES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function loops through each detected face and its encoding.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matches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face_recognition.compare_faces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known_face_encodings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face_encoding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checks if the detected face matches any known faces.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 match is found, the corresponding name 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person_ids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added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recognized_names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 BOUNDING BOXES AND LABELS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each detected face, a rectangle is drawn around the face using cv2.rectangle().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label with the name (or "Unknown" if no match) is drawn below the face using cv2.putText().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FRAME FOR TKINTER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frame is converted from BGR to RGB using cv2.cvtColor().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frame is then converted to a format suitable for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Image.fromarray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ImageTk.PhotoImage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GUI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video label in the GUI is updated with the new frame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video_label.config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(image=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video_label.image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names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updated with the recognized names in the current frame.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all recognized names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updated with names stored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all_recognized_names_set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THE PROCESS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function schedules itself to be called again after 10 milliseconds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window.after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update_video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for continuous video feed and face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86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87A6C5B-319B-7C57-A5DA-D580384649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5963" y="-24811"/>
            <a:ext cx="9693295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b="1" dirty="0">
                <a:latin typeface="Arial" panose="020B0604020202020204" pitchFamily="34" charset="0"/>
              </a:rPr>
              <a:t>__main__ BLOCK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 WEBCAM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video_capture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cv2.VideoCapture(0) line initializes the webcam for capturing video.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is the index for the default webcam on the computer.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step is essential for getting the video feed from the webcam.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TKINTER WINDOW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window is created using window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tk.Tk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window title is set to "Face Recognition System"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window.title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("Face Recognition System").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window size is defined as 800x600 pixels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window.geometry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("800x600").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VIDEO DISPLAY LABEL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label widget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video_label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Label(window) is created to display the video feed.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label is packed into the window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video_label.pack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(side="left", fill="both", expand=True).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4A5CBD7-36C6-9C95-FF9A-983DD0103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963" y="4624866"/>
            <a:ext cx="9847586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NAMES DISPLAY LABELS AND LISTBOXES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names_label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Label(window, text="IN FRAME FACES", font=("Arial", 14)) for faces currently in the frame.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all_names_label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Label(window, text="ALL RECOGNIZED FACES", font=("Arial", 14)) for all recognized 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6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171DE31-4A24-7221-57AD-540035019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1876" y="97748"/>
            <a:ext cx="10003055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Listboxes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names_listbox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tk.Listbox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(window, font=("Arial", 12),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="white",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="black") for current frame faces.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all_names_listbox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tk.Listbox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(window, font=("Arial", 12),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="white",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="black") for all recognized 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 SET FOR RECOGNIZED NAMES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all_recognized_names_set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set() is created to keep track of all recognized names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STOP BUTTON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button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stop_button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Button(window, text="Stop", command=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window.quit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font=("Arial", 12)) is created to stop the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button is packed into the window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stop_button.pack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(side="bottom",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=10,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VIDEO UPDATE LOOP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update_video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function is called to start the video update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ensures that the video feed and face recognition process start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TKINTER MAIN LOOP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 loop is started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window.mainloop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which keeps the window open and responsive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WEBCAM AND CLOSE WINDOWS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 loop ends, the webcam is released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video_capture.release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OpenCV windows are closed with cv2.destroyAllWindows() to free up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19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4ED6-43EB-B394-1A43-772DB9D1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411" y="0"/>
            <a:ext cx="9905998" cy="1478570"/>
          </a:xfrm>
        </p:spPr>
        <p:txBody>
          <a:bodyPr/>
          <a:lstStyle/>
          <a:p>
            <a:pPr algn="ctr"/>
            <a:r>
              <a:rPr lang="en-US" b="1" dirty="0"/>
              <a:t>demonstration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0C40E-833A-BF5B-F38B-61ED825CC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410" y="1075204"/>
            <a:ext cx="9905999" cy="3541714"/>
          </a:xfrm>
        </p:spPr>
        <p:txBody>
          <a:bodyPr/>
          <a:lstStyle/>
          <a:p>
            <a:r>
              <a:rPr lang="en-US" dirty="0"/>
              <a:t>Open python file and run the program.</a:t>
            </a:r>
          </a:p>
          <a:p>
            <a:r>
              <a:rPr lang="en-US" dirty="0"/>
              <a:t>A window will appear having two boxes i.e. In-frame faces and All recognized faces respectively.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FA97D-0EC8-75F5-9DB6-6F64B8B4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69" y="2692808"/>
            <a:ext cx="6189862" cy="348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1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E18D-1A89-89D1-4C19-77A457E62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542" y="305184"/>
            <a:ext cx="9905999" cy="3541714"/>
          </a:xfrm>
        </p:spPr>
        <p:txBody>
          <a:bodyPr/>
          <a:lstStyle/>
          <a:p>
            <a:r>
              <a:rPr lang="en-US" dirty="0"/>
              <a:t>The “In-frame faces” box will record the face which are currently present in front of the camera.</a:t>
            </a:r>
          </a:p>
          <a:p>
            <a:r>
              <a:rPr lang="en-US" dirty="0"/>
              <a:t>The “All recognized faces” will record the faces which have been detected and recognized by program.</a:t>
            </a:r>
          </a:p>
          <a:p>
            <a:r>
              <a:rPr lang="en-US" dirty="0"/>
              <a:t>It will show “unknown” for the faces which have not been recognized.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3E8C2-6728-EE0C-D9EA-670772E5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97" y="3005488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23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76D1-EA4B-7601-4030-867150BB0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08155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Thank you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27982291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249</TotalTime>
  <Words>1446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Tw Cen MT</vt:lpstr>
      <vt:lpstr>Circuit</vt:lpstr>
      <vt:lpstr>Face recognition system</vt:lpstr>
      <vt:lpstr>overview</vt:lpstr>
      <vt:lpstr>PowerPoint Presentation</vt:lpstr>
      <vt:lpstr>Diagram of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demonstration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attendance system</dc:title>
  <dc:creator>Swaraj Ghosh</dc:creator>
  <cp:lastModifiedBy>K A N I S H K</cp:lastModifiedBy>
  <cp:revision>3</cp:revision>
  <dcterms:created xsi:type="dcterms:W3CDTF">2024-01-12T08:15:20Z</dcterms:created>
  <dcterms:modified xsi:type="dcterms:W3CDTF">2024-07-17T08:17:23Z</dcterms:modified>
</cp:coreProperties>
</file>